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from the bottom: trust makes conflict safe, conflict produces commitment, commitment allows accountability, accountability drives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absence of conflict is not harmony. Teams with no visible disagreement are often hiding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scrummaster-hub.vercel.app/resources/reading/five-dysfunctions-of-a-tea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Dysfunctions in the Team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pyramid to find the real cause behind team friction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scrummaster-hub.vercel.app/workshops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5 Dysfunctions in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five dysfunctions in Lencioni's model and how each builds on the one below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each looks like on a Scrum team, in real behaviour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our own team anonymously and read the spread, not just the average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visible symptom down to its root dysfunction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behaviour change aimed at the root, not the symptom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513332" cy="274320"/>
          </a:xfrm>
          <a:prstGeom prst="roundRect">
            <a:avLst>
              <a:gd name="adj" fmla="val 26667"/>
            </a:avLst>
          </a:prstGeom>
          <a:solidFill>
            <a:srgbClr val="F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 — pick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5 Dysfunctions in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8 min · Personal histories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007108"/>
            <a:ext cx="4951476" cy="3214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shares: where they grew up, how many siblings, and one unusual thing about their childhood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to one minute each; no follow-up questions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goes first to model a light level of openness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what did you learn about a colleague that surprised you?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10 min · Two truths and a lie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60236" y="2286000"/>
            <a:ext cx="49514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writes two true statements and one lie about themselves, related to work history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guess the lie by vote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reveals it and tells the story behind one truth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how did sharing something personal change how you see each other?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Trust starts with knowing each other as people. That is exactly the base of the pyramid we are about to examine.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pyramid: each level enables the one above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5 Dysfunctions in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1958945"/>
                <a:gridCol w="5123396"/>
                <a:gridCol w="391789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(top → bottom)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Dysfunction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 counterpart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Inattention to results — status and ego over team outcome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Collective results come first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Avoidance of accountability — no peer-to-peer challenge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Peers hold each other to standards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Lack of commitment — ambiguity; 'yes' in the room, 'no' afterwards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Clarity and real buy-in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 of conflict — artificial harmony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Productive, passionate debate of ideas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Absence of trust — invulnerability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Vulnerability-based trust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a higher level without the one beneath it rarely lasts.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Trust (the foundation)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5 Dysfunctions in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Vulnerability-based trust: admitting mistakes, weaknesses and 'I need help' without fear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from predictive trust ('I know you will deliver')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knowing each other and by leaders modelling vulnerability first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on a Scrum team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appear at the Daily Scrum on the day they occur — or they do not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 stay polite; real issues are discussed afterwards in corridors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hide unfinished work until it looks good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Apologies and 'I was wrong' are rare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2 &amp; 3 — Conflict and commitment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5 Dysfunctions in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1833372"/>
                <a:gridCol w="4583430"/>
                <a:gridCol w="458343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 of conflict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Lack of commitment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Looks like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Refinement and planning end quickly with no debate; disagreement shows up later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 nods in Sprint Planning; scope is quietly re-argued mid-Sprint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trust: disagreeing feels personal or risky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Ideas were never debated, so people do not feel heard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 version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Debate ideas passionately, without attacking people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decisions, everyone commits — 'disagree and commit'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Scrum tie-in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Refinement, estimation, retros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Goal, Sprint Planning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4 &amp; 5 — Accountability and results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5 Dysfunctions in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1833372"/>
                <a:gridCol w="4583430"/>
                <a:gridCol w="458343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Avoidance of accountability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Inattention to results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Looks like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Definition of Done goes unchallenged; the Scrum Master is the only enforcer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Individuals optimise their own tickets while the Sprint Goal slips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clear commitment, so no agreed standard to hold each other 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status or ego outweighs the team's outcome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 version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Peers remind each other of agreed standards, kindly and directly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scoreboard: Sprint Goal and Increment come first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Scrum tie-in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 of Done, working agreement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Goal, Product Goal, Sprint Review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pyramid mapped onto Scrum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5 Dysfunctions in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→ openness in the Daily Scrum and Retrospective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→ honest debate in refinement, estimation and planning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→ a Sprint Goal the whole team owns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→ a Definition of Done and working agreement peers uphold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→ the Increment and Product Goal, not individual output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Scrum event is a place where one level of the pyramid is either built or eroded.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'our estimates agree — but stories keep overrunning'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5 Dysfunctions in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 always converges quickly, yet several stories overrun every Sprint.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2154428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36140"/>
            <a:ext cx="10314432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 — no debate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voices a different number; estimates align suspiciously fast (fear of conflict).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" y="2827528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09240"/>
            <a:ext cx="10314432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 — why silent?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past estimate was mocked in a retro; people avoid standing out (weak trust).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3500628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482340"/>
            <a:ext cx="10314432" cy="57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trust makes disagreement feel unsafe, so hidden risks stay hidden.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" y="4173728"/>
            <a:ext cx="420624" cy="420624"/>
          </a:xfrm>
          <a:prstGeom prst="ellipse">
            <a:avLst/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155440"/>
            <a:ext cx="10314432" cy="835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asks the highest and lowest estimator to explain first; team agrees 'no ridicule of estimates'.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scenario. Fixing 'estimation' directly would have missed the real cause.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705356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Scrum Master uses the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5 Dysfunctions in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diagnostic: when a team shows a top-level symptom, ask which level below is the true cause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health check every quarter, scored anonymously by the whole team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choose interventions: trust-building exercises for level 1; facilitation techniques for level 2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brief a new leader on why 'more accountability' may not be what the team needs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frame retro topics without labelling individuals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with care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5 Dysfunctions in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Labelling a person as 'the dysfunction' instead of describing team behaviour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Expecting one workshop to fix trust — it is built over months of consistent behaviour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Mistaking a quiet, polite team for a healthy one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this without safety — anonymity in scoring is essential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accountability structures (trackers, sign-offs) when commitment or trust is the real gap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anonymous pyramid score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5 Dysfunctions in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levels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five descriptions; agree what each means in our context.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18541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anonymously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for each level on cards or a poll; no names.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88950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71216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spread and average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people disagree? Disagreement itself is information.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593592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575304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worst symptom down (20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'why' toward the base of the pyramid.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4297680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279392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behaviour commitment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Aimed at the root level; review at the next retro.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5 Dysfunctions in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dysfunctions stack: trust, conflict, commitment, accountability, results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at the top usually have roots lower down — usually trust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agreement is not harmony; healthy teams argue about ideas safely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interventions at the root level, and measure again in a quarter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sources worth your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5 Dysfunctions in the 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Dysfunctions of a Team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Patrick Lencioni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model, told as a leadership fable, with assessment ideas.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deep-dive on this site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ScrumMaster Hub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ARTICLE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of the pyramid and how it maps onto Scrum.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https://scrummaster-hub.vercel.app/resources/reading/five-dysfunctions-of-a-team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 Conversations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Patterson, Grenny, McMillan &amp; Switzler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for staying safe and honest when conversations get difficult.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Fearless Organization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Amy C. Edmondson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and practice on psychological safety — the ground for trust.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Radical Candor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Kim Scott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challenge combined with genuine care — the healthy conflict pattern.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ScrumMaster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Dysfunctions in the Team</dc:title>
  <dc:subject>Reading the pyramid to find the real cause behind team friction</dc:subject>
  <dc:creator>ScrumMaster Hub</dc:creator>
  <cp:lastModifiedBy>ScrumMaster Hub</cp:lastModifiedBy>
  <cp:revision>1</cp:revision>
  <dcterms:created xsi:type="dcterms:W3CDTF">2026-09-26T13:44:42Z</dcterms:created>
  <dcterms:modified xsi:type="dcterms:W3CDTF">2026-09-26T13:44:42Z</dcterms:modified>
</cp:coreProperties>
</file>