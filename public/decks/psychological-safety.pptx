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not to overstate the evidence: say 'research suggests' and point people to the sources on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rework.withgoogl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team where it is safe to speak up, ask and be wrong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Psychological Safety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psychological safety accurately — and what it is not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it matters, using the research behind Google's Project Aristotle and Edmondson's work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leader and peer behaviours that build or erode it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four stages of safety and where our team sits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one team norm that makes speaking up easier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Psychological Safety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8 min · Failure résumé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007108"/>
            <a:ext cx="4951476" cy="321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goes first: share a small professional mistake and what it taught you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shares one mistake and one lesson (their choice of size)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respond with thanks or curiosity only — no jokes at anyone's expense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the room feels after the first honest story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8 min · Anonymous questions we never asked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writes on a card a question they were afraid to ask at work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cards; the facilitator shuffles and reads them aloud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answers together, thanking the unknown asker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would make it easier to ask these in the open?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The facilitator's own reaction in this moment teaches more than any slide: respond to vulnerability with thanks.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psychological safety is — and is not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Psychological Safety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belief that the team is safe for interpersonal risk-taking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that speaking up with a question, concern or mistake will not be punished or humiliated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a team experiences together, shaped strongly by leaders' reactions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nice all the time or avoiding disagreement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standards or no accountability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guarantee that every idea is accepted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personality trait — it is built by behaviour and context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 Edmondson's definition: a shared belief that the team is safe for interpersonal risk taking.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standards go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Psychological Safety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750058"/>
                <a:gridCol w="3972306"/>
                <a:gridCol w="42778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standards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standards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psychological safety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Comfort zone — pleasant, little challenge or learning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zone — people speak up, take risks and improve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psychological safety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Apathy zone — disengaged, going through the motions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Anxiety zone — people hide problems for fear of blame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the learning zone: high safety AND high standards. Adapted from Amy Edmondson's model.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research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Psychological Safety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Project Aristotle studied what makes teams effective and found five key dynamics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 was the most important of the five; the others were dependability, structure and clarity, meaning, and impact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 Edmondson's research links safety to how openly teams report and learn from errors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complex work, problems surface only if people feel safe enough to report them early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Scrum, inspection and adaptation depend directly on honest information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safety, no honest inspection — so the events run but nothing is really adapted.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of safety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Psychological Safety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958945"/>
                <a:gridCol w="4972708"/>
                <a:gridCol w="40685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people feel safe to 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sign when missing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Inclusion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Belong; be accepted as a person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joiners stay silent and unseen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Learner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questions, make mistakes, get feedback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pretend to understand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Contributor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skills and make real contributions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seniors' ideas are acted 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Challenger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decisions and suggest change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 disagrees with leaders — before things go wrong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from Timothy R. Clark's 'The 4 Stages of Psychological Safety'.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Behaviours that build vs. erode safety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Psychological Safety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safety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admits their own mistakes and says 'I don't know'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bad news with curiosity: 'tell me more'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the messenger; explicitly invites dissent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reviews: focus on the system, not the person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airtime: everyone speaks before the loudest voice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Erodes safety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Blame, sarcasm or eye-rolling in response to a mistake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Interrupting or dismissing questions as 'obvious'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Punishing the person who reports a problem late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shaming in stand-ups or code review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who never say 'I was wrong'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one bug confession, two responses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Psychological Safety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 — blame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007108"/>
            <a:ext cx="4951476" cy="321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'I pushed a change that broke the discount rule.'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'How did you miss that? This is the second time.'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next time, the dev fixes it quietly and says nothing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learns that admitting mistakes costs reputation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 — curiosity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007108"/>
            <a:ext cx="4951476" cy="321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'I pushed a change that broke the discount rule.'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'Thanks for flagging it. What made it easy to miss? Let's fix it and improve the check.'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missing automated test is added; two more bugs are reported early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learns speaking up improves the system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scenario. The same words from a leader can grow or shrink safety for months.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it without a heavy survey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Psychological Safety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anonymously, on a 1–5 scale, statements like: 'It is safe to take a risk on this team'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'If I make a mistake, it is not held against me'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'People on this team can bring up problems and tough issues'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spread as well as the average, and track trends every quarter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observable signals too: how early are risks raised, and who speaks in meetings?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paraphrased from the kind of questions Edmondson's research uses — not a validated instrument.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safety shows up in day-to-day Scrum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Psychological Safety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Retrospectives: honest topics only surface when people are not afraid of consequences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Scrum: blockers get raised on day two instead of day nine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Review: a team can show unfinished work and get real feedback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reviews: blameless post-mortems find system fixes, not scapegoats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and pairing: questions and corrections feel like help, not judgement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when working on safety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Psychological Safety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'this is a safe space' — safety is shown by how we react, not by announcing it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safety with lack of accountability or lower standards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reaction by a leader undoing months of trust-building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honesty but visibly disliking what people say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it as the Scrum Master's job alone — it is shaped by everyone, especially those with authority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our safety behaviours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Psychological Safety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builders and erosions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colours of stickies: behaviours that make speaking up easier, and ones that make it harder.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46430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44602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our recent history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 and without naming people: when did speaking up recently feel risky?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16839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15010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leaders' role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Scrum Master, Product Owner and seniors do differently?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87248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85419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one checkable norm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 'We thank whoever raises a problem, before discussing it.'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Psychological Safety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 is a shared belief that speaking up is safe — it is not niceness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safety plus high standards creates the learning zone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Leaders' reactions to mistakes and dissent shape safety more than any statement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built through repeated small behaviours; start with one norm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reaction the first time someone takes a real risk decides whether they do it again.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Psychological Safety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 and Learning Behavior in Work Teams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Amy C. Edmondson, Administrative Science Quarterly (1999)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RESEARCH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academic paper.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Fearless Organization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Amy C. Edmondson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guidance for leaders on building psychologically safe teams.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re:Work — Understand team effectiveness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Google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Aristotle findings and the five dynamics of effective teams.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https://rework.withgoogle.com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Stages of Psychological Safety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Timothy R. Clark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inclusion, learner, contributor and challenger stages.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Guide to Understanding 'Human Error'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Sidney Dekker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blame-free reviews find better fixes.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Psychological Safety</dc:title>
  <dc:subject>Building a team where it is safe to speak up, ask and be wrong</dc:subject>
  <dc:creator>ScrumMaster Hub</dc:creator>
  <cp:lastModifiedBy>ScrumMaster Hub</cp:lastModifiedBy>
  <cp:revision>1</cp:revision>
  <dcterms:created xsi:type="dcterms:W3CDTF">2026-09-26T13:44:42Z</dcterms:created>
  <dcterms:modified xsi:type="dcterms:W3CDTF">2026-09-26T13:44:42Z</dcterms:modified>
</cp:coreProperties>
</file>