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of User Stories, Yesterday's Weather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sizing, honest forecasting, and using what we actually did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we estimate — and what estimates are and are not for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stories relatively using story points and reference stories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planning poker round and use disagreement productively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'Yesterday's Weather' to set a realistic Sprint capacity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when estimation effort stops paying for itself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8 min · Guess the jar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jar of sweets (or a picture). Everyone writes an individual guess of the count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group average and compare with the real count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was the group closer than most individuals?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planning poker: many independent views beat one loud one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8 min · Size things relatively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316988"/>
            <a:ext cx="4951476" cy="29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cards: mouse, cat, dog, horse, elephant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them from smallest to biggest without measuring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ask: how many times bigger is the dog than the cat?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easy relative comparison is, and how hard exact numbers are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same instinct underlies story points: we are far better at comparing sizes than at predicting exact durations.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estimate at 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forecast: roughly how much can we take on, and when might this be done?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a conversation: differing numbers reveal hidden assumptions and risks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help the Product Owner make trade-offs between value and cost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forecasts, not promises — accuracy has limits, especially early 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is often worth more than the number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estimating does not change a decision or reveal a risk, we are probably over-investing in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vs. relative estimation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(hours, days)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will take 3 days' — feels precise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heavily on who does the work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turn into a commitment or a deadline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consistently over-optimistic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(story points)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is about twice as big as that one'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effort, complexity and uncertainty together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individual speed — the team estimates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and quality of discussion improves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and reference stories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measure relative size: effort, complexity and uncertainty combined — not hours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scale is 1, 2, 3, 5, 8, 13 — gaps grow because larger items are less certain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or two reference stories the team knows well (for example, a '3' and a '5')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new story to references: 'is it bigger or smaller than our 5?'</a:t>
            </a:r>
            <a:endParaRPr lang="en-US" sz="20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items (13 and above) are usually a signal to slice the story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belong to one team. Never compare one team's points with another's.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in six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explains the story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description and the acceptance criteria.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61464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043176"/>
            <a:ext cx="1031443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asks questions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scope and unknowns before anyone estimates.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64160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623312"/>
            <a:ext cx="1031443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picks a card privately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nobody is anchored by a senior voice.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22173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03448"/>
            <a:ext cx="1031443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together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turned at the same time.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801872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783584"/>
            <a:ext cx="1031443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highest and lowest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outliers explain their reasoning — often a missed assumption.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38200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363720"/>
            <a:ext cx="1031443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Re-vote until the estimates converge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split the story if the disagreement is about scope.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described by James Grenning (2002) and popularised by Mike Cohn.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Weather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Extreme Programming idea: the best predictor of what we can do next Sprint is what we actually did recently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completed work (Done items only) from the last 3–6 Sprints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average as a starting point and the min–max as the honest range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 known changes: holidays, leave, new joiners, planned support duty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optimistic re-estimation each Sprint with evidence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weather forecasting: 'tomorrow will most likely be like today.'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get better as we learn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'cone of uncertainty' (Barry Boehm): early estimates can be far off, and the range narrows as work progresses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give ranges early and refine them as unknowns are resolved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and spikes reduce uncertainty; more meetings do not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exist: count items completed per week, or use cycle-time forecasts (see the metrics articles)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lightest approach that still supports our decisions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Yesterday's Weather in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520074"/>
                <a:gridCol w="4253423"/>
                <a:gridCol w="32267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three Sprints (Done points)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21, 18, 24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= (21 + 18 + 24) ÷ 3 = 21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range from history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18, highest 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18–24 points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Adjust: two of ten people on leave (20%)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× 0.8 = 16.8; 18 × 0.8 = 14.4; 24 × 0.8 = 19.2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about 17 (range 14–19)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the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items until roughly 17 points, leave slack for the unexpected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Goal first, extras after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numbers. Yesterday's Weather gives a starting point — the team still decides what it can commit to.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an outlier that saved the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54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'Show order history on the profile page.'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123440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05152"/>
            <a:ext cx="10314432" cy="54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reveal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Estimates: 3, 3, 5 and 13.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765552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47264"/>
            <a:ext cx="10314432" cy="54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explains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 says: 'Order data is in the old system — it needs a data migration nobody mentioned.'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407664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389376"/>
            <a:ext cx="10314432" cy="54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splits it: read from the new system now (3), plan migration separately.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04977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031488"/>
            <a:ext cx="10314432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reveal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converge on 3, and the migration becomes its own backlog item with a proper estimate.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The value of the round was the disagreement, not the average.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estimates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Planning: use Yesterday's Weather to check the forecast against a realistic capacity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forecasting: 120 points remaining ÷ 21 average ≈ 5.7 Sprints; with 18–24 that is roughly 5–7 Sprints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 stakeholders: give a range and what would change it, not a single date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for holidays and support duty: scale the average by available people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when to stop estimating: if items are similar size, counting them may be enough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traps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points into hours — this undoes the reason for using points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velocities between teams, or pushing a team to 'improve' its points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precision: arguing whether a story is 5 or 8 for ten minutes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Re-estimating finished work to make the numbers look better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estimates as commitments and punishing variance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estimate real items and apply Yesterday's Weather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reference stories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one 'small' and one 'medium' story from our past work.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5–6 upcoming items (25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poker; write down each discussion outlier's reason.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Yesterday's Weather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last 3 Sprints; adjust for planned leave; note the range.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should be sliced or investigated before Sprint Planning?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forecasts that start a conversation — not promises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sizing with reference stories is quicker and often more reliable than hours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Weather uses what we really delivered, as a range, adjusted for known changes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investing when extra estimating stops changing decisions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Estimation of User Stories, Yesterday's Weather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Estimating and Planning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Mike Cohn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reference on story points, planning poker and velocity.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 Explained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Kent Beck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of Yesterday's Weather and other planning ideas in XP.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or How to Avoid Analysis Paralysis while Release Planning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James Grenning (2002)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planning poker write-up.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Will It Be Done?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Daniel Vacanti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forecasting from historical flow data — an alternative to estimates.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Estimation: Demystifying the Black Art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Steve McConnell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estimates are uncertain, the cone of uncertainty and how to give ranges.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Estimation of User Stories, Yesterday's Weather</dc:title>
  <dc:subject>Relative sizing, honest forecasting, and using what we actually did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