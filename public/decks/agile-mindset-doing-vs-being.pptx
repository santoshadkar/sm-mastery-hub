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session needs psychological safety. If the team is guarded, run the Psychological Safety workshop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agilemanifesto.org" TargetMode="External"/><Relationship Id="rId2" Type="http://schemas.openxmlformats.org/officeDocument/2006/relationships/hyperlink" Target="https://scrumguides.or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Mindset — From Doing Agile to Being Agile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beyond ceremonies to the values underneath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Mindset — From Doing Agile to Being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practising Agile ceremonies from operating with an Agile mindset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'cargo cult' Agile and the behaviours that signal it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growth-mindset thinking to inspection and adaptation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where our own team is 'doing' rather than 'being'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personal, observable behaviour commitment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Mindset — From Doing Agile to Being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281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5 min · Changed my mind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1991614"/>
            <a:ext cx="4951476" cy="322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pairs: tell about a time you changed your mind at work because of new evidence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it possible — or hard — to say 'I was wrong'?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pair shares one condition that made changing your mind easier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goes first to model it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54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8 min · Fixed-to-growth phrase flip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60236" y="2255012"/>
            <a:ext cx="4951476" cy="296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statements: 'That will never work here', 'I'm just not a numbers person'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rewrite each in a growth form: 'What would it take to make this work?'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best rewrite from each group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which fixed phrase we hear most on our team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Notice how much of Agile behaviour is about how we react to being wrong, feedback and change.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Agile vs. being Agile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Mindset — From Doing Agile to Being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4481576"/>
                <a:gridCol w="65186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Doing Agile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Being Agile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 a retrospective every Sprint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Changing how we work because of what the retro revealed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Having a Sprint Goal on the board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Making real trade-offs to protect the goal under pressure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Demoing to stakeholders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Changing direction when stakeholder feedback says we should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velocity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data to ask better questions, not to judge people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Following the Scrum Guide's events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 transparency, inspection and adaptation in every decision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is visible behaviour. Being is why we choose that behaviour — especially when it is inconvenient.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Cargo-cult Agile: copying the rituals, missing the reasons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Mindset — From Doing Agile to Being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borrows from 'cargo cults': imitating the outward form of something while missing what makes it work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Signs: stand-ups nobody learns from, sprints that never change, boards updated only for managers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often get here by adopting a framework quickly under a mandate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is usually values missing (courage, openness), not a mechanics error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by asking of every practice: what decision does this help us make?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mindset and inspect-and-adapt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Mindset — From Doing Agile to Being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mindset thinking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prove someone is not good enough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criticism to defend against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is a threat to my expertise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is where we find who to blame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mindset thinking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are information about the system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data that makes the next attempt better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is a chance to learn something new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is where we learn how to improve the system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Dweck's research on mindset explains why teams that fear being wrong cannot truly inspect and adapt.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become behaviours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Mindset — From Doing Agile to Being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129077"/>
                <a:gridCol w="88711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looks like when we are being Agile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raise the risk on day 2, not day 9; we say no to scope that breaks the Sprint Goal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Openness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show unfinished work and admit what we do not know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assume good intent and trust the team's expertise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finish before starting; we protect the Sprint Goal from interruption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follow through on retro actions instead of quietly dropping them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same retro, two outcomes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Mindset — From Doing Agile to Being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a retro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runs perfectly; six action items are written down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reviews them next Sprint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'Unclear requirements' appears a third time in a row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quietly concludes retros do not change anything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Agile in the retro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by checking last retro's one action — was it done?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what stops requirements being clear before Sprint Planning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one experiment: a 30-minute clarity check two days before planning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retro reviews whether it worked — and adapts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scenario. The mechanics were identical; the difference was follow-through and honesty.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mindset shows up in daily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Mindset — From Doing Agile to Being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leaders respond to bad news decides whether the team reports it early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team tries a two-week experiment or debates it for two months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Product Owner reacts when a demo contradicts their assumption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estimates are treated as learning tools or promises to be defended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treat production incidents: find who caused it, or how the system allowed it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Traps when working on mindset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Mindset — From Doing Agile to Being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'mindset' into a slogan or poster with no behaviour change behind it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Blaming individuals for 'not having the right mindset' — mindset is shaped by the system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the 'Agile police' who correct others' vocabulary instead of coaching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Expecting a mindset shift from one workshop; it changes through repeated small experiences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doing-vs-being self-assessment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Mindset — From Doing Agile to Being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4 practices (3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 retros, Daily Scrum, Definition of Done, stakeholder feedback.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privately (7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each, mark 'doing' or 'being' on a card. No names.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7121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the spread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we disagree most? Where did most mark 'doing'? Discuss why.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59359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7530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to a value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weakest area, which value is thin — courage, openness, respect?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279392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personal commitment each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individual behaviour, not a team action item — write it and share it.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Mindset — From Doing Agile to Being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Agile is about how we respond to feedback, change and being wrong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Cargo-cult Agile copies rituals; the cure is asking what decision each practice supports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growth mindset is what makes inspect-and-adapt genuinely possible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 changes through small, repeated experiences — start with one behaviour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it yourself: name one place where you are still 'doing' rather than 'being'.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Mindset — From Doing Agile to Being Agile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Mindset: The New Psychology of Success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Carol S. Dweck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and language of fixed vs. growth mindset.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Manifesto for Agile Software Development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Manifesto authors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values behind the practices.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https://agilemanifesto.org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Zombie Scrum Survival Guide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Christiaan Verwijs &amp; Johannes Schartau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guide to teams that 'do' Scrum without benefit.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Fifth Discipline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Peter M. Senge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organisations and the habit of questioning our mental models.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Guide — Scrum Values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Ken Schwaber &amp; Jeff Sutherland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GUIDE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commitment, focus, openness, respect and courage underpin Scrum.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https://scrumguides.org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Mindset — From Doing Agile to Being Agile</dc:title>
  <dc:subject>Moving beyond ceremonies to the values underneath</dc:subject>
  <dc:creator>ScrumMaster Hub</dc:creator>
  <cp:lastModifiedBy>ScrumMaster Hub</cp:lastModifiedBy>
  <cp:revision>1</cp:revision>
  <dcterms:created xsi:type="dcterms:W3CDTF">2026-09-26T13:44:41Z</dcterms:created>
  <dcterms:modified xsi:type="dcterms:W3CDTF">2026-09-26T13:44:41Z</dcterms:modified>
</cp:coreProperties>
</file>