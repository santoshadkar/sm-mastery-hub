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team-level measures for conversation, not as targets for individuals.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ra.de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DevOps and Pair Programming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of delivery, and working side by side to build quality 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DevOps as a culture and a set of practices, not a team or a tool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stages of a delivery pipeline and why automation matters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commonly used delivery metrics and what they tell us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pair programming, ping-pong pairing and mob programming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pairing helps — and design a small experiment for our team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Over the wall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a time work was 'thrown over the wall' to someone else and came back broken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 at the handoff: context, tests, access, time?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causes on stickies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who could have owned it end to end?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10 min · Back-to-back drawing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sit back to back; one describes a simple drawing, the other draws without seeing it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the describer cannot see the drawing; round 2: they can, and can talk both ways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pairing: shared context and continuous feedback improve the result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first shows why DevOps exists; the second shows why pairing works. Pick the one that fits your group.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DevOps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culture and set of practices that bring development and operations together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of the whole life of a product: build, release, run and improve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Popularised by the idea 'you build it, you run it' (associated with Amazon's Werner Vogels)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deliver value faster and more safely by shortening feedback loops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job title, a team that receives handoffs, or a single tool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Scrum: a Definition of Done that includes 'deployable' and 'operable' is DevOps in action.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CALMS: the pillars of DevOps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58945"/>
                <a:gridCol w="4520643"/>
                <a:gridCol w="45206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responsibility; blameless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join the on-call rotation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build, test, deploy and infrastructure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merge runs tests automatically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batches, limit work in progress, remove waste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small changes daily instead of monthly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delivery and system health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lead time and failures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knowledge, tools and 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reviews shared openly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CALMS comes from Jez Humble, extending the CAMS model of Damon Edwards and John Willis.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integrate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merge frequently to a shared main branch (continuous integration).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automatically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and acceptance tests run on every change.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build is always ready to be released (continuous delivery).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safely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deploys with feature flags, canary releases and quick rollback.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and monitor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 and alerts show what users experience.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00176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98348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feed back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insights flow back into the backlog and the Definition of Done.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delivery: the four key metrics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315138"/>
                <a:gridCol w="4972708"/>
                <a:gridCol w="27123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frequency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do we ship to production?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often is 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for changes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from commit to running in production?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is 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of changes cause a failure?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is 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restore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quickly do we recover from a failure?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is 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DORA research popularised in 'Accelerate'. Definitions evolve — check DORA's current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programming: styles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3422904" cy="475488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057144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Driver–navigator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3057144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types (driver); the other reviews and thinks ahead (navigator)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roles often, say every 15–30 minutes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continuously about intent, not just code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3024" y="1463040"/>
            <a:ext cx="3422904" cy="475488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5904" y="1600200"/>
            <a:ext cx="3057144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Ping-pong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65904" y="2022602"/>
            <a:ext cx="3057144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writes a failing test; the other makes it pass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swap: the second writes the next failing test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test-driven development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71688" y="1463040"/>
            <a:ext cx="3422904" cy="475488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4568" y="1600200"/>
            <a:ext cx="3057144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programming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4568" y="2022602"/>
            <a:ext cx="3057144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works on one thing, at one computer, at one time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driver; others navigate; rotate frequently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Popularised by Woody Zuill; good for hard problems and shared learning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pairing helps — and when it does not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worth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risky or unfamiliar code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new team members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knowledge to remove single points of failure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bugs where a second view speeds diagnosis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overkill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well-understood routine changes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needs deep solo thinking first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imposed as a rule for every task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are physically or mentally drained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pairing as a tool for specific situations, not a universal mandate.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from monthly release weekends to daily deploys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release a month, run manually over a weekend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happens at the end; bugs found late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receives a package and a document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slow and stressful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(six months)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runs tests on every change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deploy daily behind feature flags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share on-call and see production behaviour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deploys roll back in minutes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team changed how it works together before it changed any tools.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includes automated tests, deployability and monitoring for new features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response: blameless reviews and shared on-call build learning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a new developer pairs on real work in the first week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risk: many small releases instead of one large, scary 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a working, deployed Increment rather than a demo from a laptop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DevOps and pairing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separate 'DevOps team' that becomes a new handoff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tools before improving collaboration and habits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 broken process instead of fixing it first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pairing 100% of the time and burning people out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delivery metrics to rank people or teams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design one small experiment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our biggest delivery pain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deploys? Late testing? Knowledge held by one person?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practice to try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automate one manual step, or pair on the next complex story.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we will judge it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we look at after two Sprints: lead time, defects, team feedback?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scope and safety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it, agree who is involved, and how to stop if it is not working.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shared ownership of delivery and operation, supported by automation and fast feedback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with automated tests and safe deploys turns big risky releases into small routine ones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programming, ping-pong and mob programming share knowledge and build quality in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practices as small experiments driven by a real pain, not as mandates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DevOps and Pair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Phoenix Project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Gene Kim, Kevin Behr &amp; George Spafford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that introduces the ideas of DevOps and flow.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Nicole Forsgren, Jez Humble &amp; Gene Kim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behind the delivery metrics and high-performing teams.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Jez Humble &amp; David Farley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practices behind reliable, frequent releases.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Explained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Kent Beck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pair programming and continuous integration were popularised.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research programme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DevOps Research and Assessment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guidance on software delivery performance.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https://dora.dev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 and Pair Programming</dc:title>
  <dc:subject>Shared ownership of delivery, and working side by side to build quality in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