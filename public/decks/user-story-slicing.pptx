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patterns are widely taught, including in Richard Lawrence's story-splitting guidance. Pick the one that reveals the most value or learning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Slicing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big stories into thin, valuable, finishable slices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small stories improve feedback, predictability and flow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INVEST checklist to judge whether a story is well formed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vertical slices (end-to-end value) from horizontal slices (layers)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concrete splitting patterns, including SPIDR, on a real backlog item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slice still delivers value or learning on its own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6 min · How do you eat an elephant?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a big task: 'Organise a wedding' or 'Move to a new city'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list as many ways as possible to break it into smaller pieces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did anyone split by phase, by person, or by 'first usable version'?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splits that leave you with something usable early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6 min · Slice the layered cake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picture of a layered cake (sponge, jam, cream, icing)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is a useful slice — one layer, or a thin wedge with all layers?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wedge is the 'vertical' slice: every layer, small width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software layers: database, API, user interface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cake makes the vertical-slice idea instantly obvious. Keep the picture for the concept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slice stories small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batches finish sooner — we get real feedback earlier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items are easier to understand, estimate and test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half-done items mean less carry-over and more predictable Sprints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shrinks: if a slice is wrong, we lose days rather than weeks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slices let the Product Owner re-order and stop early when value is delivered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does not mean technical tasks — each slice should still be something a user can notice.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INVEST: what a good story looks like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323993"/>
                <a:gridCol w="4957851"/>
                <a:gridCol w="37183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— Independent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built and released without relying on another 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do this one in any order?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— Negotiable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conversation, not a contract — details can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how still open?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— Valuable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Delivers value to a user or the business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benefits and how?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— Estimable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team understands it well enough to size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give a rough size?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— Small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comfortably within a Sprint — ideally a few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one or two people finish it soon?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— Testable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can tell when it is 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we check?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is a checklist from Bill Wake for conversations — not a scoring system.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vs. horizontal slicing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(by layer) — avoid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1: database changes; Story 2: API; Story 3: user interface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usable until all three finish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arrives late; integration risk stacks up at the end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looks good on paper but delivers nothing to see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(end-to-end) — prefer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story touches every layer needed, but does a little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slice can be demonstrated and used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after the first slice; the rest can be reshaped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real: user-visible capability grows each Sprint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the cake as a wedge with all layers, not layer by layer.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splitting patterns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200046"/>
                <a:gridCol w="3520074"/>
                <a:gridCol w="52801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steps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a simple path first, add steps later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Checkout: guest payment first, saved cards later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rule at a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Discounts: percentage codes, then free shipping, then bundles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variations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one data type 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Import: CSV first, spreadsheet files later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create / read / update / delete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address: view, add, edit, delete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→ complex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the simplest version 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Search: exact title match before fuzzy matching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 performance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it work, then make it fast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Report: correct first, optimise for large data later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SPIDR: five questions to split a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239463"/>
                <a:gridCol w="2169060"/>
                <a:gridCol w="759170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yourself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there unknown work we should investigate first, with a timebox?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split by a user path or scenario through the feature?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deliver for one device, browser or interface first?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support one kind or subset of data first?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relax a business rule initially and add it later?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SPIDR is a technique from Mike Cohn — try each letter until one produces a valuable, smaller slice.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good slice? A quick check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user (or the business) do something new after this slice ships?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demonstrate it at the Sprint Review and get real feedback?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tested on its own — what would we check?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finished in a few days by one or two people?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stopped after this slice, would we still have delivered something worthwhile?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to the first question is no, it is probably a task, not a story.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'Users can manage their subscription'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222248"/>
                <a:gridCol w="7027926"/>
                <a:gridCol w="27500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user can 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used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current plan and renewal date (read only)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the subscription with a confirmation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to a higher plan (pay the difference)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Downgrade a plan, effective at next renewal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the subscription for up to a set period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payment 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epic. The Product Owner can now order slices by value and stop when enough has shipped.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'Search products' — thin slices in order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 — basic keyword search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word, see products whose title contains it. Ship, watch what people search for.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1544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361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2 — filter by category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because Slice 1 showed people searching for broad terms.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28275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092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 — sort by price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independent; can be built in parallel.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35006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823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4 — tolerate typos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worth doing if search logs show frequent misspellings.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41737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554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5 — saved searches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until we know whether people return to the same search.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slice was chosen using what the previous slice taught us — that is the point of slicing.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slicing pays off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Refinement: split anything too big to finish in a few days before it reaches Sprint Planning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Planning: several small items give a clearer, more flexible plan than one large one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product: the first slices across the journey are the MVP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 many similar-sized items make throughput-based forecasts more reliable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conversations: 'we can ship this piece next week' beats 'it is 80% done'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mistakes to watch for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by technical layer (front end story, back end story) and calling it 'slicing'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so small they cannot be tested or demonstrated on their own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the bigger picture — keep the parent goal visible so slices stay coherent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only in the technical team; the Product Owner must agree the value order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'unknown' — if the risk is technical, use a timeboxed spike first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slice one of our real stories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real, oversized story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something from our backlog that would take more than a Sprint.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three patterns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 groups, use workflow, rules and data variations — write each slice on a sticky.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INVEST and the quick check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 slice that is a layer or that is not valuable on its own.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8724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54196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order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slice gives the most value or learning first? Put it at the top of the backlog.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vertical slices give faster feedback, lower risk and more predictable Sprints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is a conversation checklist; SPIDR and splitting patterns give concrete moves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slice must still deliver value or learning — otherwise it is just a task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slices by what they teach us; stop when enough value has shipped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Slicing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Good Stories, and SMART Tasks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Bill Wake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INVEST checklist article (xp123.com).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Applied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Mike Cohn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splitting and estimating user stories.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SPIDR: Five Simple Techniques for Splitting a User Story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Mike Cohn, Mountain Goat Software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SPIDR questions with examples.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for Splitting User Stories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Richard Lawrence, Humanizing Work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well-known catalogue of story-splitting patterns.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Jeff Patton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slicing fits into a whole-product view.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Story Slicing</dc:title>
  <dc:subject>Turning big stories into thin, valuable, finishable slices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