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guides.org" TargetMode="External"/><Relationship Id="rId2" Type="http://schemas.openxmlformats.org/officeDocument/2006/relationships/hyperlink" Target="https://liberatingstructures.com" TargetMode="External"/><Relationship Id="rId3" Type="http://schemas.openxmlformats.org/officeDocument/2006/relationships/hyperlink" Target="https://scrummaster-hub.vercel.app/workshops/team-health-culture/team-canva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Ways of Working — Working Agreement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team-authored set of norms people will actually follow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working agreement is — and how it differs from a Definition of Done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categories of norms a team needs to make explicit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norms that are specific, behavioural and checkable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our own working agreement together in this session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rhythm for reviewing and enforcing it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Best team ever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describe the best team you were ever on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working habits made it feel good — not just the people?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shares one habit on a sticky note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mine these for our agreement later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6 min · Superpower and energy drain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316988"/>
            <a:ext cx="4951476" cy="29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writes one working habit that helps them at their best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that drains their energy on a team (e.g. late-night messages)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them anonymously on a wall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few aloud and note themes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Habits and norms are usually unspoken until someone violates them. This exercise brings them into the open safely.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working agreement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set of norms the team defines for how it works together day to day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team, for the team — not handed down by a manager or Scrum Master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behaviours (how we communicate, decide, review) — not the definition of finished work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tacit expectations explicit so conflict is about the norm, not the person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document: it changes when the team, the work or the context changes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agreement = how we work together. Definition of Done = what 'finished' means for the product.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norms to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communication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hours and availability, including time zones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 for what: urgent, everyday, decisions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expectations for messages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norms: on time, camera, no multitasking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decisions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pull requests are reviewed and how fast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decisions and when we escalate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raise disagreement and handle conflict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time and how we protect it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norms look like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384687"/>
                <a:gridCol w="76155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(will be ignored)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(can be followed and checked)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respectful in meetings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let people finish speaking; we do not multitask during team meetings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Communicate well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Blockers go in the team channel the same day; we reply to direct questions within 4 working hours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code quickly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review of every pull request within one working 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with conflict maturely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disagree in the open channel; if no decision in 24h, we discuss it at the next huddle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norm: could an outsider tell whether we followed it today?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it — and keep it alive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brainstorm per category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writes candidate norms alone first, so quieter voices are heard.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and surface conflicts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notes; highlight norms that contradict each other — those disagreements are the value.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by consent, not perfection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'Is this safe enough to try and good enough for now?' If yes, adopt it.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872484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54196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 and visible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roughly ten norms or fewer; pin it where the team works and onboard new people with it.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855464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83717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it in retrospectives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norms are followed and still right. Update or retire them.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 working agreement excerpt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and meetings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hours 10:00–15:00 local time for meetings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= phone or call; everything else in the team channel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meetings on Wednesday afternoons (focus time)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optional; agenda and notes posted for every meeting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and deciding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reviewed within one working day; author pings after that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logged in the team wiki with an owner and date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openly; if unresolved in 24 hours, take it to the huddle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actions have one owner; we review them first next retro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your agreement should reflect your team's own context and needs.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working agreements earn their keep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new joiners learn 'how we work here' in an hour instead of by trial and error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and hybrid teams: response times and meeting norms prevent silent frustration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work: sharing norms lets two teams agree how they will collaborate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Retrospectives: a concrete reference point when tension arises — 'we agreed X'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Conflict: shifts the conversation from 'you are rude' to 'we have a norm we are not following'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working agreements fail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Scrum Master or manager, so nobody feels ownership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long — no one can remember 30 rules, so none are followed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wording that cannot be checked or breached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revisited, so it slowly stops describing reality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weapon to blame people instead of a tool to fix the system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build our working agreement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frame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that the team is the author; the facilitator only guides.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by category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one category at a time, sticky per norm.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and resolve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duplicates; discuss any two norms that conflict.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in plain language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of around ten items. Post it in our shared space.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review rhythm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retro date to review whether it still fits.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agreement makes how we work together explicit and team-owned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behavioural, checkable norms beat broad values statements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norms, kept visible and reviewed, beat a long document nobody remembers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fix the system, not to blame people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Ways of Working — Working Agreement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 — self-managing teams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decide how to work together themselves.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Liberating Structures — e.g. 1-2-4-All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Henri Lipmanowicz &amp; Keith McCandless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methods for getting every voice into a group decision.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https://liberatingstructures.com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Culture Code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Daniel Coyle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small, repeated signals and habits build a team's culture.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Retrospectives: Making Good Teams Great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Esther Derby &amp; Diana Larsen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review and refresh working agreements in retrospectives.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Canvas workshop on this site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ScrumMaster Hub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this with the Team Canvas workshop to define purpose before norms.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https://scrummaster-hub.vercel.app/workshops/team-health-culture/team-canvas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Ways of Working — Working Agreement</dc:title>
  <dc:subject>A team-authored set of norms people will actually follow</dc:subject>
  <dc:creator>ScrumMaster Hub</dc:creator>
  <cp:lastModifiedBy>ScrumMaster Hub</cp:lastModifiedBy>
  <cp:revision>1</cp:revision>
  <dcterms:created xsi:type="dcterms:W3CDTF">2026-09-26T13:44:41Z</dcterms:created>
  <dcterms:modified xsi:type="dcterms:W3CDTF">2026-09-26T13:44:41Z</dcterms:modified>
</cp:coreProperties>
</file>