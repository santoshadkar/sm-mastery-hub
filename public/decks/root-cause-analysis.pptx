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sre.goog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recurring symptoms to causes we can actually fix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symptom apart from a root cause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5 Whys analysis using facts rather than opinions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fishbone diagram when several causes may contribute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causes with data and choose strong corrective actions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blameless, system-focused approach to problems and incidents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The 'why' game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person A states a simple fact, e.g. 'I was late this morning'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 asks 'why?' after every answer, like a curious child, five times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roles with a new statement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how far below the first answer did you get?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The cake that did not rise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problem: a cake did not rise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list every possible cause: ingredients, oven, method, timing, tools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causes into categories on the board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would you check first, and how would you know?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Option A previews the 5 Whys; option B previews the fishbone. Both show that the first answer is rarely the last.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vs. root causes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symptom is what we see: missed Sprint Goal, bugs in production, late releases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cause is the underlying reason which, if fixed, would prevent the problem returning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symptoms brings temporary relief; the same problem soon reappears in another form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root causes sit in the system — processes, tooling, information flow — not in individuals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 in retrospectives are the best candidates for analysis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problem appears three times, we are treating a symptom.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Whys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problem specifically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Sprint Goal was missed by two stories' — not 'quality is bad'.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why, and answer with facts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evidence: dates, logs, board history — not guesses.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of that answer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about five times — the number is a guide, not a rule.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a cause you can act 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process or system condition the team can change.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backwards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root to the symptom with 'therefore' — does the chain hold?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in the Toyota Production System (Taiichi Ohno) as a simple way to dig beneath surface causes.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Whys: strengths and limits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needs no special tools or training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fits inside a retrospective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us to go beyond the first, obvious answer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a single, clear chain of causes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cautions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one chain of causes; complex problems have several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early at 'human error' if we do not push on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who is in the room and what they know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questions can steer the answer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Fishbone (Ishikawa)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270339"/>
                <a:gridCol w="77298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to ask (software example)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Skills, knowledge, workload, availability — who was affected?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Steps, handoffs, approvals, reviews — where did the process fail?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and product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Design, complexity, tech debt, test coverage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and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test environments, monitoring, access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and communication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Clarity, changes, decisions, information 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Vendors, regulations, third-party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Kaoru Ishikawa's cause-and-effect diagram: write the problem at the head, causes as bones by category.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causes with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cause matters equally — find the few that produce most of the effect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principle (roughly 80/20): a small number of causes often account for most problems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occurrences: defects by type, delays by cause, incidents by component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top one or two — fixing everything at once fixes nothing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where you can; use the team's judgement where you cannot, and say so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Blameless, system-focused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'Human error' is where the investigation begins, not where it ends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'how did the system make this mistake easy, and how do we make it harder?'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post-mortems (a well-known practice in site reliability engineering) encourage honest reporting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everyone acted with good intentions using the information they had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clear actions, an owner and a date — then follow up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is the precondition for finding real causes.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that actually stick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32473"/>
                <a:gridCol w="4310902"/>
                <a:gridCol w="4756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possibility or automate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blocks deploys when tests fail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right way the easy way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pull-request template with a required checklist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review or reminder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manual pre-release checklist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or 'be more careful'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'Remember to run the tests'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actions that change the system over actions that depend on people remembering.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5 Whys on a missed Sprint Goal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missed the Sprint Goal: two stories were unfinished at the Review.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Testing started on day 8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board shows both stories in 'In test' only on day 8.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late? The test environment was broken for three days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chat log and deployment history.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broken? Manual setup drifted from the real configuration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environment was built by hand months ago.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still manual? Nobody owns the environment and there is no automation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owner and no automated provisioning.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Action: assign an owner and automate environment setup; check next Sprint.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root cause analysis is used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Retrospectives: the 'generate insights' phase, for recurring issues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incidents: blameless post-mortems that lead to system fixes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tracing escaped defects to a gap in tests, requirements or reviews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delays: finding the recurring wait or handoff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and healthcare: the original fields for these techniques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root cause analysis goes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at 'someone made a mistake' and moving 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analysis to find who to blame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Leaping to solutions before the cause is understood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 long list of actions nobody owns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to check whether the action fixed the problem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analyse one of our recurring problems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recurring issue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recent retros — something that came up more than once.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statement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factual, with numbers or examples.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 Whys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 'why' with evidence; capture branches for later.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root from contributing causes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cause, if fixed, would prevent recurrence?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strong action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 and a date and add it to our board.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root causes, not symptoms — recurring problems are the clue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is fast; a fishbone diagram helps when several causes contribute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prioritise and blameless analysis to find system causes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strong, system-level actions and follow up to check they worked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Root Cause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Production System: Beyond Large-Scale Production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Taiichi Ohno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of the 5 Whys in lean manufacturing.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Quality Control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Kaoru Ishikawa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cause-and-effect (fishbone) diagram and other quality tools.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to Understanding 'Human Error'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Sidney Dekker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looking beyond individual error leads to better fixes.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Reliability Engineering — postmortem culture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Google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book with practical guidance on blameless post-mortems.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https://sre.google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Retrospectives: Making Good Teams Great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Esther Derby &amp; Diana Larsen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root cause techniques fit inside the retrospective.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 Cause Analysis</dc:title>
  <dc:subject>From recurring symptoms to causes we can actually fix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