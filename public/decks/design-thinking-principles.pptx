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dschool.stanford.edu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 Principles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people first, then solving the right problem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scrummaster-hub.vercel.app/workshops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will be able to…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Design Thinking Principles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design thinking and its core principles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the five modes: empathise, define, ideate, prototype, test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simple techniques: interviews, empathy maps, 'how might we', Crazy 8s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design thinking complements Scrum and Lean UX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modes to a real problem our product faces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513332" cy="274320"/>
          </a:xfrm>
          <a:prstGeom prst="roundRect">
            <a:avLst>
              <a:gd name="adj" fmla="val 26667"/>
            </a:avLst>
          </a:prstGeom>
          <a:solidFill>
            <a:srgbClr val="F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 — pick 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Design Thinking Principles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· 12 min · Design a better wallet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4951476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interview each other for 3 minutes: how do you use your wallet or bag? What is annoying?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 better solution for your partner for 3 minutes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your sketch and get feedback for 3 minutes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the sketch for 3 minutes — notice how listening changed your design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· 8 min · How might we…?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60236" y="2007108"/>
            <a:ext cx="4951476" cy="3214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writes a common complaint about our product or process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it as 'How might we…?' — open, optimistic and solution-free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best rewrite from each pair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what changed when a complaint became a question?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FFF1F2"/>
          </a:solidFill>
          <a:ln w="12700">
            <a:solidFill>
              <a:srgbClr val="BE123C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Option A demonstrates the whole cycle in miniature; option B demonstrates reframing problems as opportunities.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design thinking 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Design Thinking Principles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human-centred, iterative approach to solving problems that are ambiguous or poorly understood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people's real needs, not with a solution or a technology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Alternates between exploring widely (diverging) and choosing (converging)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Prefers cheap prototypes and real feedback over long analysis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 with Stanford's d.school and the design firm IDEO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slows down the first step — understanding the problem — to speed up everything after.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Design Thinking Principles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47548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4058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Empathy: understand real people and their context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Curiosity: ask questions and stay open to being wrong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to action: build something rough to learn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Embrace ambiguity and iterate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47548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4058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problem before solving it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many ideas before choosing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cheaply and test with real users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as a diverse, collaborative team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modes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Design Thinking Principles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1833372"/>
                <a:gridCol w="4583430"/>
                <a:gridCol w="458343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question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techniques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Empathise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 people actually need and experience?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Interviews, observation, empathy maps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real problem to solve?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Point-of-view statement, 'how might we'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are many possible solutions?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Brainstorming, Crazy 8s, sketching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can we make an idea tangible cheaply?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sketches, clickable mock-ups, role-play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work for real people?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tests, observation, feedback sessions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d.school's model. The modes are not a straight line — teams loop back as they learn.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 and converge: the double diamond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Design Thinking Principles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diamond: the right problem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(diverge): research widely and listen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(converge): choose what to solve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diamond: the right solution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(diverge): explore many solutions and prototype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(converge): refine, test and release the best one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'Double Diamond' is a model from the British Design Council. Both diamonds diverge, then converge.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Empathise: understanding people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Design Thinking Principles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with open questions: 'Tell me about the last time you…' and 'What happened next?'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more than you talk; ask 'why' and follow the story, not your hypothesis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people in context — what they do often differs from what they say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map: capture what a user says, thinks, does and feels, and look for contradictions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five or so interviews often reveal patterns worth acting on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Define, ideate, prototype and test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Design Thinking Principles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1657569"/>
                <a:gridCol w="6328901"/>
                <a:gridCol w="301376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Write: '[User] needs [need] because [insight]', then turn it into 'How might we…?'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it free of solutions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 judgement, go for quantity, build on others' ideas; try Crazy 8s (eight sketches in eight minutes)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Diverge before you converge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the cheapest thing that tests your riskiest assumption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beats code at this stage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real users try it; observe rather than defend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tests, many times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609344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 'Where is my order?' tickets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Design Thinking Principles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Empathise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shadows support and interviews five customers. Finding: people feel anxious when they cannot see a parcel's progress.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2324862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306574"/>
            <a:ext cx="10314432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'Customers who have ordered need to know where their parcel is without contacting us, because uncertainty makes them anxious.'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3168396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150108"/>
            <a:ext cx="10314432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we…? Ideas: tracking page, proactive text messages, delay alerts, a chat bot.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3779520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761232"/>
            <a:ext cx="10314432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versions of the text message and mock a tracking screen on paper.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4390644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372356"/>
            <a:ext cx="10314432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customers react: they want delay reasons, not just dates. Backlog items follow.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scenario. The prototype cost hours and produced insight that a build would have cost weeks to reveal.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705356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USE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design thinking helps in real life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Design Thinking Principles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discovery: the Product Owner uses it to decide what is worth building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Hackathons and design sprints for tackling a fuzzy problem quickly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tools and HR processes: designing for employees as users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design: improving customer journeys across teams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Dual-track Agile: discovery runs alongside delivery, feeding validated ideas into the backlog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with Scrum and Lean UX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Design Thinking Principles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organises delivery; design thinking helps decide what is worth delivering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UX and dual-track Agile run continuous discovery next to the Sprint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(insights, validated ideas) become Product Backlog items and refinement input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Reviews are real user-feedback moments — keep them honest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Masters can help by making discovery work visible and protecting time for it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 traps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Design Thinking Principles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empathise and going straight to brainstorming ideas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Sticky-note theatre: a workshop with no follow-through into the backlog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for stakeholders' opinions instead of real users' needs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in love with the first idea and treating tests as a formality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it as a one-off event instead of a continuous habit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033272" cy="274320"/>
          </a:xfrm>
          <a:prstGeom prst="roundRect">
            <a:avLst>
              <a:gd name="adj" fmla="val 26667"/>
            </a:avLst>
          </a:prstGeom>
          <a:solidFill>
            <a:srgbClr val="F0F9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apply the modes to a real problem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Design Thinking Principles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real user problem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our data or support tickets suggest is painful.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185416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67128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Empathise (20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existing research or role-play an interview; fill in an empathy map.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2889504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871216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(15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point-of-view statement and 3 'how might we' questions.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3593592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575304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 (20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Crazy 8s individually, then cluster and vote quietly.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4297680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279392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 prototype and a test (25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riskiest assumption and design the cheapest way to test it.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Design Thinking Principles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 helps us understand people and define the right problem before building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modes — empathise, define, ideate, prototype, test — used iteratively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cheaply and test with real users to learn quickly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complements Scrum: discovery decides what to build, Scrum delivers it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deeper: sources worth your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Design Thinking Principles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d.school — design thinking resources (e.g. the Bootcamp Bootleg)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Stanford d.school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WEBSITE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practical guides to each mode and its methods.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https://dschool.stanford.edu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Guide to Human-Centered Design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IDEO.org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GUIDE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illustrated guide to human-centred design methods.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Jake Knapp with John Zeratsky &amp; Braden Kowitz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five-day design sprint process, including Crazy 8s.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UX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Jeff Gothelf &amp; Josh Seiden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hypotheses and outcomes alongside Agile delivery.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of Everyday Things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Don Norman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human-centred design matters, with classic examples.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ScrumMaster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Thinking Principles</dc:title>
  <dc:subject>Understanding people first, then solving the right problem</dc:subject>
  <dc:creator>ScrumMaster Hub</dc:creator>
  <cp:lastModifiedBy>ScrumMaster Hub</cp:lastModifiedBy>
  <cp:revision>1</cp:revision>
  <dcterms:created xsi:type="dcterms:W3CDTF">2026-09-26T13:44:42Z</dcterms:created>
  <dcterms:modified xsi:type="dcterms:W3CDTF">2026-09-26T13:44:42Z</dcterms:modified>
</cp:coreProperties>
</file>