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team to name a real recent example for each row. If they cannot, that event is a candidate for repair.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with sceptical managers who ask 'can we cut a meeting?'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guides.org" TargetMode="External"/><Relationship Id="rId2" Type="http://schemas.openxmlformats.org/officeDocument/2006/relationships/hyperlink" Target="https://retromat.org" TargetMode="External"/><Relationship Id="rId3" Type="http://schemas.openxmlformats.org/officeDocument/2006/relationships/hyperlink" Target="https://liberatingstructure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All the Events of Scrum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Reconnecting each event to the problem it exists to solve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specific problem each Scrum event exists to solve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each event inspects: the product, the plan, or the way of working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breaks when a team skips or hollows out an event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which of our own events has drifted from its purpose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one concrete improvement for our weakest event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Best and worst meeting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describe the best meeting you ever attended — what made it useful?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describe the worst — what made it a waste?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shares one trait of each on the board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lists: we will judge our events against them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8 min · Meeting bingo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out cards with squares like 'no agenda', 'ran over time', 'no decision made'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marks squares based on our last week of events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complete a row shouts 'Bingo' — and explains their squares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marks per event to see where we hurt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point is to name what a valuable event feels like before judging ours. Events exist to create regularity and reduce the need for other meetings.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events exist at 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events create regularity — a predictable rhythm for inspecting and adapting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is a formal chance to inspect one thing and adapt something as a result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minimise the need for other, undefined meetings that steal focus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are timeboxed so they cannot expand to fill the time available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Sprint is the container: events only work if the Sprint is respected as a whole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without an inspection and a resulting decision is just a meeting.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event: problem solved and decision produced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081125"/>
                <a:gridCol w="4459554"/>
                <a:gridCol w="44595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it solves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it produces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starts without a shared purpose or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Goal, selected items and a first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Scrum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from the goal is discovered too late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plan for the next 24 hours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keep building without real feedback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changes based on stakeholder 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problems repeat every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two improvements to try next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event inspects — three feedback loops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3422904" cy="3895344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057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plan (short loop)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05714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Scrum: are we still on track for the Sprint Goal?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Adapt: re-plan the next day's work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every day, 15 minutes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3024" y="1463040"/>
            <a:ext cx="3422904" cy="3895344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5904" y="1600200"/>
            <a:ext cx="3057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product (medium loop)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65904" y="2286000"/>
            <a:ext cx="305714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Review: does the Increment solve the right problem?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Adapt: re-order and reshape the Product Backlog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every Sprint, with stakeholders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71688" y="1463040"/>
            <a:ext cx="3422904" cy="3895344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4568" y="1600200"/>
            <a:ext cx="3057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process (improvement loop)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4568" y="2286000"/>
            <a:ext cx="305714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Retrospective: how did we work together?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Adapt: try one process improvement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every Sprint, team only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sets the direction that all three loops then inspect.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healthy version looks like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200046"/>
                <a:gridCol w="4400093"/>
                <a:gridCol w="44000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signs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goal people can repeat; capacity honestly discussed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 of tickets; the Product Owner picks alone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Scrum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 talk to each other about the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addressed to the Scrum Master; runs over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Stakeholders touch the product and change the backlog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demo; nobody senior attends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from last time are reviewed 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complaints each time; no follow-up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repairing a Daily Scrum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reports 'yesterday / today / blockers' to the manager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of status, five of silence; problems found only at the Review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rates the event 2 out of 5 for usefulness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(4 sprints later)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is walked right-to-left: which item is closest to done?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ask each other for help; blockers get an owner immediately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Sprint Goal risks flagged and resolved mid-Sprint; rating rises to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fix was not a new format — it was reconnecting the event to the Sprint Goal.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an event is skipped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081125"/>
                <a:gridCol w="3567643"/>
                <a:gridCol w="53514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event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lose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shows up later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goal and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works on unrelated items; nothing coherent to demo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Scrum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drift detection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Blockers found on day 9; Sprint Goal missed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feedback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ship what was asked, not what was needed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about how we 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delays and friction, sprint after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events: going through the motions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events because the calendar says so, not because anyone expects a decision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timeboxes as targets — using the whole time regardless of need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the Scrum Master or a manager run every event; the team owns them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Retrospective under pressure — exactly when the team most needs 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events or dropping stakeholders from Reviews to save time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rate our own events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anonymously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on usefulness for each event, on sticky notes or a poll; nobody puts their name on it.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6430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4602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purpose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ratings next to the 'problem solved' table; where are the biggest gaps?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lowest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purpose not being met, or has the event become habit? The fix differs for each.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415137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13308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one change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change, an owner, and a retro date to check it worked.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has a specific problem to solve and a decision to produce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 events form three feedback loops: plan, product and process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an event removes the feedback — the problem simply appears later and costs more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our own events with data before changing formats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thing: an event without a decision is just a meeting.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Importance of All the Events of Scrum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 — Scrum Events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purpose and timebox of each event.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Zombie Scrum Survival Guide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Christiaan Verwijs &amp; Johannes Schartau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and remedies when the events run but nobody expects change.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Retrospectives: Making Good Teams Great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Esther Derby &amp; Diana Larsen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for retrospectives that produce decisions.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Retromat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Corinna Baldauf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catalogue of activities to vary retrospectives and other events.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https://retromat.org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Liberating Structures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Henri Lipmanowicz &amp; Keith McCandless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facilitation methods to include every voice in events.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https://liberatingstructures.com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of All the Events of Scrum</dc:title>
  <dc:subject>Reconnecting each event to the problem it exists to solve</dc:subject>
  <dc:creator>ScrumMaster Hub</dc:creator>
  <cp:lastModifiedBy>ScrumMaster Hub</cp:lastModifiedBy>
  <cp:revision>1</cp:revision>
  <dcterms:created xsi:type="dcterms:W3CDTF">2026-09-26T13:44:41Z</dcterms:created>
  <dcterms:modified xsi:type="dcterms:W3CDTF">2026-09-26T13:44:41Z</dcterms:modified>
</cp:coreProperties>
</file>