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rework.withgoogl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PRESENTATION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Performance Team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great teams do differently — and how to grow toward it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scrummaster-hub.vercel.app/workshops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 you will be able to…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High Performance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stages of team development and what each needs from a Scrum Master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difference between a working group and a real team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markers research and practice associate with high-performing teams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our own team honestly against those markers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gap to close over the next quarter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513332" cy="274320"/>
          </a:xfrm>
          <a:prstGeom prst="roundRect">
            <a:avLst>
              <a:gd name="adj" fmla="val 26667"/>
            </a:avLst>
          </a:prstGeom>
          <a:solidFill>
            <a:srgbClr val="F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 — pick 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High Performance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· 5 min · Best team, in three words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4951476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names the best team they were ever part of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describes it in exactly three words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words on a wall and cluster the themes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wall with our team as it is today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· 18 min · Tower challenge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60236" y="2007108"/>
            <a:ext cx="4951476" cy="3214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teams get spaghetti, tape, string and a marshmallow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the tallest free-standing tower with the marshmallow on top, in 18 minutes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who led, who prototyped early, how did the team handle failure?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findings to iteration, feedback and roles in a team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FFF1F2"/>
          </a:solidFill>
          <a:ln w="12700">
            <a:solidFill>
              <a:srgbClr val="BE123C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Options A and B both make the point that team performance comes from how people work together, not only from individual skill.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group vs. real team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High Performance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group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with separate tasks and goals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 individually to a manager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share information and decisions made elsewhere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= sum of individual output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team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60236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skills committed to a shared purpose and goals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approach to how they work together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accountability — peers hold each other to account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greater than the sum of individual contributions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Distinction from Katzenbach and Smith's 'The Wisdom of Teams'.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of team development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High Performance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1932473"/>
                <a:gridCol w="4459554"/>
                <a:gridCol w="460820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see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Scrum Master does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Polite, unsure, dependent on direction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clarity: purpose, roles, working agreement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Storming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 over approach, roles and influence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Facilitate healthy conflict; keep safety high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 norms, growing trust and cohesion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Reinforce norms; start stepping back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Self-managing, high trust, results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 lightly; remove obstacles; protect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Adjourning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disbands or membership changes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Recognise the work; capture learning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Bruce Tuckman's model (1965; adjourning added 1977). Teams can regress when membership changes.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dynamics of effective teams (Project Aristotle)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High Performance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2933395"/>
                <a:gridCol w="806683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Psychological safety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members feel safe to take risks and be vulnerable in front of each other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Dependability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 get things done on time and meet a high bar of excellence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&amp; clarity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roles, plans and goals — people know what is expected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is personally important to each member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 believe their work matters and creates change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research found psychological safety the most important dynamic, but all five interact.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 markers of a high-performing team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High Performance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475488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work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022602"/>
            <a:ext cx="4951476" cy="4058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shared purpose and Sprint Goals everyone can state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feedback loops and small, frequent releases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pace — they can keep going for years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learning: experiments after every retro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475488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relate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60236" y="2022602"/>
            <a:ext cx="4951476" cy="4058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trust and productive conflict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ownership: people help finish the most valuable item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spread across the team (T-shaped people)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measured by team outcomes, not individual output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health, not just output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High Performance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numbers alone (velocity, ticket counts) tell you little about team health</a:t>
            </a:r>
            <a:endParaRPr lang="en-US" sz="19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regular health check asks the team to rate dimensions such as mission, fun, learning, support and speed</a:t>
            </a:r>
            <a:endParaRPr lang="en-US" sz="19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Traffic-light self-assessments (green, amber, red) with a trend arrow are quick and honest</a:t>
            </a:r>
            <a:endParaRPr lang="en-US" sz="19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useful part is the conversation about each amber or red — and one action each</a:t>
            </a:r>
            <a:endParaRPr lang="en-US" sz="19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every quarter and compare against the team's own past, never against other teams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Spotify's 'squad health check' — a lightweight, self-assessed model many teams adapt.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609344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example: from storming to performing in five months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High Performance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420624" cy="420624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10314432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— Forming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team of seven; the Scrum Master gets a Team Canvas and working agreement agreed.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464308"/>
            <a:ext cx="420624" cy="420624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446020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 — Storming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Disagreements over code style and review rules; two people stop speaking up.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3168396"/>
            <a:ext cx="420624" cy="420624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150108"/>
            <a:ext cx="10314432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 — Norming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 focuses on the conflict; team agrees review rules and a 'disagree openly' norm.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4151376"/>
            <a:ext cx="420624" cy="420624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4133088"/>
            <a:ext cx="10314432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4–5 — Performing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runs its own Daily Scrum and refinement; the Scrum Master steps back and coaches.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scenario. The storming phase was normal — the difference was addressing it openly.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705356" cy="274320"/>
          </a:xfrm>
          <a:prstGeom prst="roundRect">
            <a:avLst>
              <a:gd name="adj" fmla="val 26667"/>
            </a:avLst>
          </a:prstGeom>
          <a:solidFill>
            <a:srgbClr val="FFFB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USE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this in real life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High Performance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your coaching to the stage — direction for forming, facilitation for storming, coaching for performing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quarterly health check and use it as the retrospective's starting data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Aristotle five dynamics as a checklist when a team feels 'off' but cannot say why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membership changes, expect a step back and revisit the team canvas and agreement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to leaders that a 'storming' phase is normal and not a sign the team is failing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E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derails high performance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High Performance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'hero' culture where one or two individuals carry the team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velocity as the measure of performance — it invites gaming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teams with each other, which damages cooperation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Overloading the team, so there is no slack for learning or improvement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Constantly reshuffling people, so teams never get past storming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033272" cy="274320"/>
          </a:xfrm>
          <a:prstGeom prst="roundRect">
            <a:avLst>
              <a:gd name="adj" fmla="val 26667"/>
            </a:avLst>
          </a:prstGeom>
          <a:solidFill>
            <a:srgbClr val="F0F9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assess ourselves against the markers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High Performance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10314432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the markers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trust, clarity, dependability, meaning, impact, learning, sustainable pace.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464308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446020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individually and anonymously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Red, amber or green for each marker, plus a comment.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3168396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150108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reds and ambers (20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behind each? What evidence do we have?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3872484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854196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gap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marker with the most leverage, not the easiest one.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" y="4576572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558284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and set a review date (5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two specific actions, an owner and a check in a future retro.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High Performance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team is more than a working group: shared purpose, complementary skills, mutual accountability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move through stages; storming is normal and the Scrum Master's approach should adapt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safety, dependability, clarity, meaning and impact are strong markers to watch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health regularly and improve one gap at a time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deeper: sources worth your time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High Performance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Wisdom of Teams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Jon R. Katzenbach &amp; Douglas K. Smith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distinction between working groups and real teams.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re:Work — Understand team effectiveness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Google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WEBSITE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Aristotle findings and a guide to team dynamics.</a:t>
            </a:r>
            <a:pPr indent="0" marL="0">
              <a:buNone/>
            </a:pPr>
            <a:r>
              <a:rPr lang="en-US" sz="120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https://rework.withgoogle.com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Developmental sequence in small groups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Bruce W. Tuckman, Psychological Bulletin (1965)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RESEARCH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forming–storming–norming–performing model.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Daniel H. Pink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Autonomy, mastery and purpose — the motivation behind meaning and impact.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Nicole Forsgren, Jez Humble &amp; Gene Kim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on the practices and culture of high-performing technology teams.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ScrumMaster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 Performance Team</dc:title>
  <dc:subject>What great teams do differently — and how to grow toward it</dc:subject>
  <dc:creator>ScrumMaster Hub</dc:creator>
  <cp:lastModifiedBy>ScrumMaster Hub</cp:lastModifiedBy>
  <cp:revision>1</cp:revision>
  <dcterms:created xsi:type="dcterms:W3CDTF">2026-09-26T13:44:42Z</dcterms:created>
  <dcterms:modified xsi:type="dcterms:W3CDTF">2026-09-26T13:44:42Z</dcterms:modified>
</cp:coreProperties>
</file>