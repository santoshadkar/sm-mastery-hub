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everyone to write stories simultaneously and to talk through the map aloud. The shared conversation is the real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master-hub.vercel.app/workshops/backlog-estimation-delivery/user-story-slic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whole user journey — and slicing the smallest useful release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story map is and why a flat backlog hides the user's journey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parts of a map: activities, steps and details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map together from the user's point of view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 walking skeleton and release lines across the whole journey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map alive alongside the team's backlog tool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8 min · Map your morning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976120"/>
            <a:ext cx="4951476" cy="324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draws their morning, left to right, from waking to starting work</a:t>
            </a:r>
            <a:endParaRPr lang="en-US" sz="15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big activities on top (get ready, travel, arrive) and detail steps underneath</a:t>
            </a:r>
            <a:endParaRPr lang="en-US" sz="15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maps in pairs: what did others include or skip?</a:t>
            </a:r>
            <a:endParaRPr lang="en-US" sz="15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which steps could you drop and still have a usable morning?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1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The smallest trip that counts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0236" y="2224024"/>
            <a:ext cx="4951476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road trip: what is the smallest trip that would still count as a real holiday?</a:t>
            </a:r>
            <a:endParaRPr lang="en-US" sz="15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list what must be there and what can wait</a:t>
            </a:r>
            <a:endParaRPr lang="en-US" sz="15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was 'the smallest trip' shorter than a full plan — but still a whole trip?</a:t>
            </a:r>
            <a:endParaRPr lang="en-US" sz="15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a minimum viable release: complete journey, thin version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morning map shows the structure; the road trip shows the idea of a thin end-to-end slice.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flat backlog is not enough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long, ordered list of stories hides the user's journey and how items relate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lose context: 'what is this story for?' and 'what else is missing?'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Prioritising by item leads to building one area in depth and leaving gaps elsewhere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mapping (from Jeff Patton) lays out the journey visually, so we see the whole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shift from features to the user's goals and outcomes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keeps the big picture in front of us while we plan small slices.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story 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820572"/>
                <a:gridCol w="3948801"/>
                <a:gridCol w="42308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(library app)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— user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things users do, in time order, left to right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book · Borrow it · Read and return · Get help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— user tasks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user does within each 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title, view availability, reserve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 — stories and variations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stories stacked below, most important on top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author; filter by language; voice search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lines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slices across the whole map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1: a thin end-to-end 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map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goal and the users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user? What outcome do they want?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left to right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the user does, one sticky per step, in time order.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activities (the backbone)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similar steps under a higher-level activity.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details and alternatives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each step, add variations, edge cases and different users.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vertically, slice horizontally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on top; draw release lines across the whole journey.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 release: walking skeleton and thin slices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'walking skeleton' is the thinnest end-to-end version that actually works across the whole journey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release line across all activities, choosing one or two of the most important stories under each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outcome and learning: what do we need to find out with the first release?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building activity one in full before starting activity two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release lines add depth, alternatives and polish based on real feedback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 slice across the journey beats a complete first activity and nothing else.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map alive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refinement to find gaps and to split large stories into thin slices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as we learn — the map is a living picture, not a one-off artefact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it to the backlog tool: epics for activities, stories for details, labels for release lines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remote teams, use a shared digital whiteboard and keep the map visible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stakeholders to it: a map explains scope and trade-offs better than a list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 library app map and its first release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081125"/>
                <a:gridCol w="5054161"/>
                <a:gridCol w="386494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tasks (steps)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1 — walking skeleton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book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title · Search by author · Browse categories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title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availability · Borrow with library card · Reserve if 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 with existing card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and return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online · Return · Renew · Get reminders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and see due 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help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library · FAQ · Chat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link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map. Release 1 is a whole journey — thin but real — that we can put in front of readers.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story mapping helps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product or a big new feature area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scope to stakeholders and negotiating what goes in the first release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new team members: the map is the fastest way to understand the product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 MVP or a proof of concept across several teams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missing work early — gaps in the journey become visible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story-mapping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features and systems instead of the user's journey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too deep too early, before the backbone is clear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finished map as a plan that never changes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map without the Product Owner or without any user insight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activity by activity instead of slicing thin across the whole journey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map a real journey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user and a goal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persona and the outcome they want from our product.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left to right (30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user steps on stickies in the order they happen; group into activities.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 and alternatives (30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variations and edge cases beneath each step, best on top.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first release line (30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thin slice across the whole journey.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what is deferred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what is not in Release 1,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map shows the user's journey; a flat backlog hides it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→ steps → details, with release lines drawn across the whole map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release is a thin end-to-end walking skeleton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map alive and use it in refinement and stakeholder conversations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User Story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Patton with Peter Economy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book on building and using story maps.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User Story Backlog is a Map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Patton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short article that introduced the idea.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Mapping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Gojko Adzic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technique that ties features to business goals.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UX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Gothelf &amp; Josh Seiden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from hypotheses and outcomes rather than output.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Slicing deck on this site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ScrumMaster Hub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slicing to split the details you place under each step.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https://scrummaster-hub.vercel.app/workshops/backlog-estimation-delivery/user-story-slicing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Story Mapping</dc:title>
  <dc:subject>Seeing the whole user journey — and slicing the smallest useful release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