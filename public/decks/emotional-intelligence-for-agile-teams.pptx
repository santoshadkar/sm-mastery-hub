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 for Agile Teams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emotions — ours and others' — to collaborate better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Emotional Intelligence for Agile Teams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main components of emotional intelligence and why they matter in Agile work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our own emotions more precisely and notice their effect on how we act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pausing before reacting when a conversation heats up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active listening and the Situation–Behaviour–Impact model to give feedback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simple team signal for pausing a tense moment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Emotional Intelligence for Agile Teams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6 min · Beyond 'fine' check-in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feelings wheel or list of emotion words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names their current state with a more precise word than 'fine' or 'tired'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 required — just the word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how much richer the picture of the room becomes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5 min · My internal weather report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0236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describes their current state as a weather forecast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'Sunny with a chance of deadline storms this afternoon'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simply listen and thank them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what changes when we know each other's forecast?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Naming an emotion out loud is itself a self-awareness skill — and it lowers the temperature for everyone.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emotional intelligence 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Emotional Intelligence for Agile Teams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recognise, understand and manage our own emotions — and recognise and influence those of others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was introduced by Salovey and Mayer (1990) and popularised by Daniel Goleman (1995)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set of learnable skills, not a fixed trait — and not the opposite of thinking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Agile teams, it supports the constant feedback, negotiation and ambiguity of daily work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includes managing emotions productively — not suppressing them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does not mean being nice. It means noticing what is happening and choosing a helpful response.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components (Goleman)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Emotional Intelligence for Agile Teams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081125"/>
                <a:gridCol w="4459554"/>
                <a:gridCol w="445955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looks like in a team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Self-awareness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Knowing your emotions and their effect on others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'I'm frustrated; I need a minute before I respond'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Self-regulation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Managing impulses and disruptive emotions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Pausing before replying to a critical comment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to achieve beyond money or status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on a hard problem; learning from setbacks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Empathy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Understanding others' emotions and perspectives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Noticing a quiet teammate is struggling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skill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Managing relationships and building rapport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Giving feedback that lands; resolving conflict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emotion takes over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Emotional Intelligence for Agile Teams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emotion can trigger a fast, defensive reaction before we have thought ('amygdala hijack', Goleman's term)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hear less, attack or withdraw, and say things we regret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common in estimation debates, retros and review feedback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helps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body signals: heat, tight chest, faster speech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it: 'I'm getting frustrated'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and breathe before responding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instead of making a statement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back to the topic when calmer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and active listening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Emotional Intelligence for Agile Teams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empathy: understanding how someone sees the situation; emotional empathy: sharing how they feel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understand, not to reply — put your own answer aside until they finish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Paraphrase: 'So what I hear is that the deadline feels unrealistic — is that right?'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open questions: 'What worries you most about this?'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hides tone — in chat, assume good intent and move to a call when it gets tense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with Situation–Behaviour–Impact (SBI)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Emotional Intelligence for Agile Teams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783821"/>
                <a:gridCol w="3864946"/>
                <a:gridCol w="53514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say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and where it happened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'In yesterday's Sprint Review…'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observed, factually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'…you answered the stakeholder's question before she finished.'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effect on you or the team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'She stopped asking; we lost feedback we needed.'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ask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Invite their view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'How did it look from your side?'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is a model from the Center for Creative Leadership. Describe what you saw, not your judgement of the person.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a heated moment in Sprint Planning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Emotional Intelligence for Agile Teams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response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'We need all of this. Why is it always so slow?'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Developer, stung: 'If you spent an hour reading the tickets, you'd know why.'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goes silent; both leave planning frustrated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issue — unclear scope — is never discussed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response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notices irritation, pauses, and says: 'I'm getting frustrated — let me check I understand.'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Master: 'Can we pause and list what is unclear?'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finds two ambiguous stories and splits them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gets a realistic plan; trust survives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scenario. The Scrum Master's job is to restore safety, then return to the content.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EI shows up in real Agile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Emotional Intelligence for Agile Teams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in refinement, estimation and code review — the moments where feelings run high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hard news to stakeholders without triggering defensiveness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change: recognising loss, fear and excitement in a team at the same time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work, where tone and body language are easy to miss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individuals: noticing burnout, disengagement or stress early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Emotional Intelligence for Agile Teams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Suppressing feelings and calling it professionalism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EI skills to manipulate rather than to understand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workshop into therapy — stay practical and work-focused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you know how someone feels instead of asking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Expecting a one-off session to change habits — practise in small, repeated moments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practise a pause-and-repair, and SBI feedback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Emotional Intelligence for Agile Teams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scenario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realistic tense moment from our work — anonymised.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pause-and-repair in pairs (15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plays the tense moment; the other practises naming the feeling and resetting.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16839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15010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SBI feedback (15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feedback on a small, real behaviour using Situation–Behaviour–Impact.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87248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85419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team signal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phrase such as 'let's pause and reset' that anyone can use without blame.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Emotional Intelligence for Agile Teams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 is a set of learnable skills: awareness, regulation, motivation, empathy and social skill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an emotion and pausing before reacting prevents many avoidable conflicts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listening and SBI feedback make hard conversations safer and clearer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team signal to pause helps everyone reset without blame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Emotional Intelligence for Agile Teams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Daniel Goleman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that popularised the concept and its five components.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 Conversations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Patterson, Grenny, McMillan &amp; Switzler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and honest when stakes and emotions are high.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Nonviolent Communication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Marshall B. Rosenberg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for expressing feelings and needs without blame.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That Works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Sloan R. Weitzel, Center for Creative Leadership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SBI feedback model in practice.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 Candor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Kim Scott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Caring personally while challenging directly.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Emotional Intelligence for Agile Teams</dc:title>
  <dc:subject>Working with emotions — ours and others' — to collaborate better</dc:subject>
  <dc:creator>ScrumMaster Hub</dc:creator>
  <cp:lastModifiedBy>ScrumMaster Hub</cp:lastModifiedBy>
  <cp:revision>1</cp:revision>
  <dcterms:created xsi:type="dcterms:W3CDTF">2026-09-26T13:44:42Z</dcterms:created>
  <dcterms:modified xsi:type="dcterms:W3CDTF">2026-09-26T13:44:42Z</dcterms:modified>
</cp:coreProperties>
</file>