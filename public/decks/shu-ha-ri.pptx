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Ha Ri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follow the rules, when to bend them, and when to move beyond them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stages of Shu-Ha-Ri and what learning looks like in each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our team — and each of our practices — honestly on the spectrum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settle 'follow the rules or adapt them' debates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coaching style for each stage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How I learned a skill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skill you learned well: cooking, driving, an instrument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did you begin by following instructions exactly? When did you start improvising?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shares one moment where they moved beyond the recipe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nearly everyone started by following rules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10 min · Three-round paper fold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(3 min): fold a paper boat or plane following exact written instructions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(3 min): change one thing on purpose and predict the effect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(3 min): design your own version from scratch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what did each round need from you — and from an instructor?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pattern to notice: rules first provide safety, then understanding earns the right to adapt.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Shu-Ha-Ri means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learning from Japanese martial arts and traditional arts, brought to Agile by Alistair Cockburn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(守) — protect or obey: follow the rules and forms exactly, to build a foundation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(破) — detach or break: understand the reasons well enough to adapt deliberately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(離) — leave or transcend: act fluently from principle, creating your own way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describe mastery of a practice, not a person's worth or seniority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ladder to climb quickly — each stage needs time and repeated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Shu-Ha-Ri applied to Scrum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222248"/>
                <a:gridCol w="4583430"/>
                <a:gridCol w="5194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team behaves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with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Scrum Guide faithfully; asks 'how do we do this?'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all five events as described for at least several Sprints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why each part exists; adapts with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retro formats, event timing or estimation approach deliberately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from principle; creates or drops practices fluently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 Scrumban flow while still honouring inspection and adaptation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style changes by stage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222248"/>
                <a:gridCol w="4583430"/>
                <a:gridCol w="5194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needs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Master leans toward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rules, examples and quick feedback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 and showing — be direct about the how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Reasons, options and safe experiments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Mentoring and facilitating — explain trade-offs and options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Challenge, autonomy and a sounding board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— ask questions and step 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 Shu-stage team with only questions is frustrating; teaching a Ri-stage team is disempowering.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are per practice — and they can slip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can be Ha in retrospectives but Shu in estimation — assess each practice separately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differ: a newcomer may be Shu in a team that is Ha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stress or change (new members, reorgs), teams often fall back a stage — that is normal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Ri in one area does not mean skipping Shu in a new 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before deviating: 'Do we understand this well enough to change it safely?'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'Can we drop the Daily Scrum?'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Shu-stage team (week 3)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to skip the Daily Scrum because it 'takes too long'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yet explain what it is for or what a good one looks like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run it as described for four more Sprints and measure what it catches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with data at the retrospective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Ha-stage team (month 8)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that two days a week async updates catch the same blockers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purpose and how it will still inspect Sprint Goal progress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try the change for two Sprints as an experiment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measure and a review date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same request gets different answers depending on the stage — and the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Shu-Ha-Ri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give new members a clear starting way of working before inviting changes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plans: decide whether to teach, mentor or coach based on the stage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debates: 'strictly by the book' vs. 'adapt' becomes an assessment, not an argument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growth: it applies to a Scrum Master's own craft — from doing it well to shaping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and mentoring: match expectations to where someone is on each skill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Misusing the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'we're Ri' to skip fundamentals nobody has really practised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Gatekeeping — telling people they are 'not ready' to shut down valid ideas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a linear checklist rather than a per-practice learning path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people instead of describing where a practice currently stands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place our practices on the grid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our practices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Scrum, refinement, estimation, retrospectives, Definition of Done, Sprint Review.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each one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sticky on Shu, Ha or Ri for each. Note disagreements.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gaps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practice we want to change, are we in Ha yet — or skipping a step?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724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54196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check question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'do we understand this well enough to adapt it?' before deviating from a practice.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(follow), Ha (adapt with understanding), Ri (act from principle)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is per practice and per person — and can slip back under stress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coaching style to the stage: teach, mentor, then coach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'do we understand this well enough to change it?' before deviating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which stage you are in on your own craft as well.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Shu Ha Ri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Shu-Ha-Ri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Alistair Cockburn (alistair.cockburn.us)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Cockburn's own writing on applying Shu-Ha-Ri to learning and software craft.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Agile Teams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Lyssa Adkins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Teaching, mentoring, facilitating and coaching — the stances to match stages.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'Shu' baseline — read it before adapting.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Software Development: The Cooperative Game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Alistair Cockburn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Cockburn discusses Shu-Ha-Ri in the context of software teams.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Ship Around!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L. David Marquet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following orders to leading with intent — the Ri end of the spectrum.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 Ha Ri</dc:title>
  <dc:subject>When to follow the rules, when to bend them, and when to move beyond them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