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numbers in working days. Ask the group: what surprises you? Where would you look first?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Mapping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where time and value are actually lost from idea to customer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value stream map shows and where it comes from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process time, wait time, lead time and flow efficiency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 real end-to-end flow of work with real timings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waste and the biggest single delay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realistic future state and a first improvement step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8 min · Pizza value stream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316988"/>
            <a:ext cx="4951476" cy="290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journey of a pizza from 'I am hungry' to 'first bite'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step as work being done, or waiting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rough times and total them up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how much of the total was real work?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6 min · Longest wait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 the longest they have waited for an approval or a handoff at work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the wait was for and what was actually done once it arrived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how long did the real work take, compared to the wait?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stories: we will look for similar waits in our own 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The pizza (or a waiting story) makes the central idea visible: most elapsed time is waiting, not working.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value stream map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map of every step from a customer request to value delivered, with timings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Lean thinking and the Toyota Production System; described by Rother and Shook in 'Learning to See'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both the flow of work and the flow of information and approvals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waiting, handoffs and rework — usually invisible from inside a single team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manufacturing, healthcare, services and software delivery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makes delay visible so it can be discussed — it is a conversation tool, not just a diagram.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formulas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102630"/>
                <a:gridCol w="4794973"/>
                <a:gridCol w="31026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time (touch time)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actually spent working on the 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Development: 3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time (queue time)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the item sits idle between steps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for review: 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elapsed time from request to 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time + wait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efficiency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lead time spent on real 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time ÷ lead time × 100%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complete &amp; accurate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work passed on with nothing needing rework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of 10 items = 90%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a mapping session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stream and its boundaries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'idea proposed' to 'live and used' — or your own start and end.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1544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361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real flow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actual items, not the documented process; include every handoff and approval.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28275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092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each step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it, process time, wait time, and how often rework is needed.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35006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823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where possible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from the tracker or pipeline beat memory.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41737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554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 up and find the biggest delay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lead time and flow efficiency; circle the largest waits.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4846828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8285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future state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highest-impact improvements and agree first experiments.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kinds of waste in software (Poppendieck)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142923"/>
                <a:gridCol w="785730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done 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written but not tested, integrated or released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features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 nobody asked for or uses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lost and rediscovered by another person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lost between people or teams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switching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lost moving between many tasks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for approvals, environments, decisions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 caused by bugs found late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Mary and Tom Poppendieck's 'Lean Software Development'.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mapping usually reveals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elapsed time is usually waiting, not working — flow efficiency is commonly far lower than people expect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waits are frequently approvals, environment availability and handoffs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(weekly review meetings, monthly releases) creates long, hidden queues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loops (bugs found late) multiply delay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own work is often only a small part of the whole stream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organisation's numbers differ — map our own stream and use our own data.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idea to production, current state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4714385"/>
                <a:gridCol w="3142923"/>
                <a:gridCol w="31429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time (days)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time (days)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triage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approval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26.45 days; flow efficiency 4.95 ÷ 26.45 ≈ 19%. Triage and approval waits are 10 of 21.5 days.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 future state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we try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daily instead of weekly: wait 5 → 1 day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standing approval for low-risk changes, backed by automated checks: wait 5 → 0.5 day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development, review, QA and deploy as they are for now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again after two Sprints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paper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falls by 8.5 days: 21.5 → 13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falls from 26.45 to about 18 days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efficiency rises from about 19% to about 28%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worked faster — the work simply waited less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The biggest gain came from the two largest waits, not from pushing people harder.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value stream mapping is used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delivery delays across teams, approvals and environments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case to leadership for automating a manual, slow step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Compliance-heavy work, where approvals dominate lead time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Non-software flows: hiring, onboarding, procurement, customer support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DevOps or process-improvement initiative, as a baseline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mapping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ideal process instead of what really happens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only our own team's slice and missing the largest delays elsewhere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memory rather than timestamps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without action — a beautiful map on the wall and no experiment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a team or person for a wait that is caused by the system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map one of our value streams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start and end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'feature request received' to 'in production and used'.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steps (40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and handoff, including those outside our team.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process and wait times (30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tracker or pipeline data where we can; mark estimates clearly.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lead time and flow efficiency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 time ÷ total lead time.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biggest wait and one experiment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owner, a change and how we will measure it.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stream map shows process time, wait time and handoffs from idea to customer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efficiency (process time ÷ lead time) is usually much lower than expected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gains come from removing the largest waits, not from working harder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reality with data, and always finish with one improvement experiment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Value Stream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See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Mike Rother &amp; John Shook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guide to value stream mapping.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Mapping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Karen Martin &amp; Mike Osterling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mapping and improving service and knowledge work.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Software Development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Mary &amp; Tom Poppendieck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waste and flow applied to software.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Work Visible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Dominica DeGrandis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reducing the hidden delays in work.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 of Product Development Flow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Donald G. Reinertsen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queues and batch size drive delay.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Stream Mapping</dc:title>
  <dc:subject>Seeing where time and value are actually lost from idea to customer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